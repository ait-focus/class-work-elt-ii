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8" r:id="rId3"/>
    <p:sldId id="262" r:id="rId4"/>
    <p:sldId id="257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FA321-A7DD-4FDE-BABF-FFE64808888C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596F5-E20B-41EE-864E-BBE04A48D22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914400"/>
            <a:ext cx="7315200" cy="4495800"/>
          </a:xfrm>
          <a:prstGeom prst="rect">
            <a:avLst/>
          </a:prstGeom>
          <a:ln w="88900" cap="sq" cmpd="thickThin">
            <a:solidFill>
              <a:srgbClr val="C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85800"/>
            <a:ext cx="7467600" cy="3908762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 smtClean="0"/>
              <a:t>Flip-Flops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flip-flops are basically the circuits that maintain a certain state unless and until directed by the input for changing that </a:t>
            </a:r>
            <a:r>
              <a:rPr lang="en-US" sz="2400" dirty="0" smtClean="0"/>
              <a:t>state</a:t>
            </a:r>
            <a:endParaRPr lang="en-US" sz="2400" dirty="0"/>
          </a:p>
          <a:p>
            <a:r>
              <a:rPr lang="en-US" sz="2400" b="1" u="sng" dirty="0"/>
              <a:t>Types of Flip-Flops</a:t>
            </a:r>
          </a:p>
          <a:p>
            <a:r>
              <a:rPr lang="en-US" sz="2400" dirty="0"/>
              <a:t>The flip-flops are of the following types:</a:t>
            </a:r>
          </a:p>
          <a:p>
            <a:r>
              <a:rPr lang="en-US" sz="2400" dirty="0"/>
              <a:t>1. S-R Flip Flop</a:t>
            </a:r>
          </a:p>
          <a:p>
            <a:r>
              <a:rPr lang="en-US" sz="2400" dirty="0"/>
              <a:t>2. J-K Flip Flop</a:t>
            </a:r>
          </a:p>
          <a:p>
            <a:r>
              <a:rPr lang="en-US" sz="2400" dirty="0"/>
              <a:t>3. T Flip Flop</a:t>
            </a:r>
          </a:p>
          <a:p>
            <a:r>
              <a:rPr lang="en-US" sz="2400" dirty="0"/>
              <a:t>4. D Flip Flop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1000"/>
            <a:ext cx="8382000" cy="5262979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fontAlgn="base"/>
            <a:r>
              <a:rPr lang="en-US" sz="2400" dirty="0"/>
              <a:t>The flip-flop is a circuit that maintains a state until directed by input to change the state</a:t>
            </a:r>
            <a:r>
              <a:rPr lang="en-US" sz="2400" dirty="0" smtClean="0"/>
              <a:t>.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 </a:t>
            </a:r>
            <a:r>
              <a:rPr lang="en-US" sz="2400" dirty="0"/>
              <a:t>A basic flip-flop can be constructed using four-NAND or four-NOR gates. </a:t>
            </a:r>
            <a:endParaRPr lang="en-US" sz="2400" dirty="0" smtClean="0"/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A </a:t>
            </a:r>
            <a:r>
              <a:rPr lang="en-US" sz="2400" dirty="0"/>
              <a:t>flip-flop is popularly known as the </a:t>
            </a:r>
            <a:r>
              <a:rPr lang="en-US" sz="2400" b="1" u="sng" dirty="0"/>
              <a:t>basic digital memory circuit. </a:t>
            </a:r>
            <a:endParaRPr lang="en-US" sz="2400" b="1" u="sng" dirty="0" smtClean="0"/>
          </a:p>
          <a:p>
            <a:pPr fontAlgn="base"/>
            <a:r>
              <a:rPr lang="en-US" sz="2400" dirty="0" smtClean="0"/>
              <a:t>It </a:t>
            </a:r>
            <a:r>
              <a:rPr lang="en-US" sz="2400" dirty="0"/>
              <a:t>has </a:t>
            </a:r>
            <a:r>
              <a:rPr lang="en-US" sz="2400" dirty="0" smtClean="0"/>
              <a:t> </a:t>
            </a:r>
            <a:r>
              <a:rPr lang="en-US" sz="2400" dirty="0"/>
              <a:t>two states as logic 1(High) and logic 0 (Low) states</a:t>
            </a:r>
            <a:r>
              <a:rPr lang="en-US" sz="2400" dirty="0" smtClean="0"/>
              <a:t>.</a:t>
            </a:r>
          </a:p>
          <a:p>
            <a:pPr fontAlgn="base"/>
            <a:endParaRPr lang="en-US" sz="2400" dirty="0"/>
          </a:p>
          <a:p>
            <a:pPr fontAlgn="base"/>
            <a:r>
              <a:rPr lang="en-US" sz="2400" dirty="0"/>
              <a:t>A flip-flop is a sequential circuit which consists of a single binary state of information or data</a:t>
            </a:r>
            <a:r>
              <a:rPr lang="en-US" sz="2400" dirty="0" smtClean="0"/>
              <a:t>.</a:t>
            </a:r>
          </a:p>
          <a:p>
            <a:pPr fontAlgn="base"/>
            <a:endParaRPr lang="en-US" sz="2400" dirty="0"/>
          </a:p>
          <a:p>
            <a:pPr fontAlgn="base"/>
            <a:r>
              <a:rPr lang="en-US" sz="2400" dirty="0"/>
              <a:t>The digital circuit is a flip-flop which has two outputs and are of opposite states. It is also known as a </a:t>
            </a:r>
            <a:r>
              <a:rPr lang="en-US" sz="2400" dirty="0" err="1"/>
              <a:t>Bistable</a:t>
            </a:r>
            <a:r>
              <a:rPr lang="en-US" sz="2400" dirty="0"/>
              <a:t> </a:t>
            </a:r>
            <a:r>
              <a:rPr lang="en-US" sz="2400" dirty="0" err="1"/>
              <a:t>Multivibrator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33400" y="250990"/>
            <a:ext cx="7772400" cy="92333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100" b="1" dirty="0">
              <a:solidFill>
                <a:srgbClr val="273239"/>
              </a:solidFill>
              <a:latin typeface="Source Sans 3"/>
              <a:cs typeface="Arial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100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Source Sans 3"/>
                <a:cs typeface="Arial" pitchFamily="34" charset="0"/>
              </a:rPr>
              <a:t>RS -Flip Flop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AutoShape 4" descr="RS-flipflop"/>
          <p:cNvSpPr>
            <a:spLocks noChangeAspect="1" noChangeArrowheads="1"/>
          </p:cNvSpPr>
          <p:nvPr/>
        </p:nvSpPr>
        <p:spPr bwMode="auto">
          <a:xfrm>
            <a:off x="63500" y="-952500"/>
            <a:ext cx="8242300" cy="21240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S-R Flip Flop"/>
          <p:cNvPicPr>
            <a:picLocks noChangeAspect="1" noChangeArrowheads="1"/>
          </p:cNvPicPr>
          <p:nvPr/>
        </p:nvPicPr>
        <p:blipFill>
          <a:blip r:embed="rId2" cstate="print"/>
          <a:srcRect t="6349" r="800"/>
          <a:stretch>
            <a:fillRect/>
          </a:stretch>
        </p:blipFill>
        <p:spPr bwMode="auto">
          <a:xfrm>
            <a:off x="609600" y="1295400"/>
            <a:ext cx="4648200" cy="4572001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32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SR-Flip-Flop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5" name="Picture 11" descr="C:\Users\xp11\Desktop\SR-Flip-Flop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1295400"/>
            <a:ext cx="2743200" cy="4495800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J-K Flip Flop"/>
          <p:cNvPicPr>
            <a:picLocks noChangeAspect="1" noChangeArrowheads="1"/>
          </p:cNvPicPr>
          <p:nvPr/>
        </p:nvPicPr>
        <p:blipFill>
          <a:blip r:embed="rId2" cstate="print"/>
          <a:srcRect t="5263" r="800"/>
          <a:stretch>
            <a:fillRect/>
          </a:stretch>
        </p:blipFill>
        <p:spPr bwMode="auto">
          <a:xfrm>
            <a:off x="838200" y="1524000"/>
            <a:ext cx="7620000" cy="41910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00B0F0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777240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273239"/>
                </a:solidFill>
                <a:latin typeface="Source Sans 3"/>
                <a:cs typeface="Arial" pitchFamily="34" charset="0"/>
              </a:rPr>
              <a:t>JK-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Source Sans 3"/>
                <a:cs typeface="Arial" pitchFamily="34" charset="0"/>
              </a:rPr>
              <a:t> Flip Flop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T Flip Flop"/>
          <p:cNvPicPr>
            <a:picLocks noChangeAspect="1" noChangeArrowheads="1"/>
          </p:cNvPicPr>
          <p:nvPr/>
        </p:nvPicPr>
        <p:blipFill>
          <a:blip r:embed="rId2" cstate="print"/>
          <a:srcRect t="7233" r="800"/>
          <a:stretch>
            <a:fillRect/>
          </a:stretch>
        </p:blipFill>
        <p:spPr bwMode="auto">
          <a:xfrm>
            <a:off x="914400" y="1371600"/>
            <a:ext cx="7086600" cy="442912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0000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838200" y="609600"/>
            <a:ext cx="7239000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273239"/>
                </a:solidFill>
                <a:latin typeface="Source Sans 3"/>
                <a:cs typeface="Arial" pitchFamily="34" charset="0"/>
              </a:rPr>
              <a:t>T-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Source Sans 3"/>
                <a:cs typeface="Arial" pitchFamily="34" charset="0"/>
              </a:rPr>
              <a:t> Flip Flop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D Flip Flop"/>
          <p:cNvPicPr>
            <a:picLocks noChangeAspect="1" noChangeArrowheads="1"/>
          </p:cNvPicPr>
          <p:nvPr/>
        </p:nvPicPr>
        <p:blipFill>
          <a:blip r:embed="rId2" cstate="print"/>
          <a:srcRect t="7353" r="800"/>
          <a:stretch>
            <a:fillRect/>
          </a:stretch>
        </p:blipFill>
        <p:spPr bwMode="auto">
          <a:xfrm>
            <a:off x="685800" y="1371600"/>
            <a:ext cx="7086600" cy="43434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chemeClr val="accent2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7162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273239"/>
                </a:solidFill>
                <a:latin typeface="Source Sans 3"/>
                <a:cs typeface="Arial" pitchFamily="34" charset="0"/>
              </a:rPr>
              <a:t>D-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Source Sans 3"/>
                <a:cs typeface="Arial" pitchFamily="34" charset="0"/>
              </a:rPr>
              <a:t> Flip Flop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D4AB8CA7-28AF-4F6E-A684-0B6E493DE53F}"/>
</file>

<file path=customXml/itemProps2.xml><?xml version="1.0" encoding="utf-8"?>
<ds:datastoreItem xmlns:ds="http://schemas.openxmlformats.org/officeDocument/2006/customXml" ds:itemID="{E7B7CCDB-CE5F-49FA-8D4B-506D9BE68078}"/>
</file>

<file path=customXml/itemProps3.xml><?xml version="1.0" encoding="utf-8"?>
<ds:datastoreItem xmlns:ds="http://schemas.openxmlformats.org/officeDocument/2006/customXml" ds:itemID="{6E209A35-3FAD-4853-9CD7-2C4422AB9492}"/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169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4</cp:revision>
  <dcterms:created xsi:type="dcterms:W3CDTF">2025-12-17T15:05:00Z</dcterms:created>
  <dcterms:modified xsi:type="dcterms:W3CDTF">2025-12-23T05:28:23Z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