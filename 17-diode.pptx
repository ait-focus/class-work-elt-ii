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2" r:id="rId2"/>
    <p:sldId id="270" r:id="rId3"/>
    <p:sldId id="263" r:id="rId4"/>
    <p:sldId id="266" r:id="rId5"/>
    <p:sldId id="264" r:id="rId6"/>
    <p:sldId id="265" r:id="rId7"/>
    <p:sldId id="267" r:id="rId8"/>
    <p:sldId id="271" r:id="rId9"/>
    <p:sldId id="274" r:id="rId10"/>
    <p:sldId id="272" r:id="rId11"/>
    <p:sldId id="273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506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FCF0B499-A900-4CA3-82EE-A1CE85438E58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6B592803-47B5-4452-AB8F-CA45E47352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F0B499-A900-4CA3-82EE-A1CE85438E58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B592803-47B5-4452-AB8F-CA45E47352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FCF0B499-A900-4CA3-82EE-A1CE85438E58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6B592803-47B5-4452-AB8F-CA45E47352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F0B499-A900-4CA3-82EE-A1CE85438E58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6B592803-47B5-4452-AB8F-CA45E47352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F0B499-A900-4CA3-82EE-A1CE85438E58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6B592803-47B5-4452-AB8F-CA45E47352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F0B499-A900-4CA3-82EE-A1CE85438E58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B592803-47B5-4452-AB8F-CA45E47352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F0B499-A900-4CA3-82EE-A1CE85438E58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B592803-47B5-4452-AB8F-CA45E47352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FCF0B499-A900-4CA3-82EE-A1CE85438E58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6B592803-47B5-4452-AB8F-CA45E47352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FCF0B499-A900-4CA3-82EE-A1CE85438E58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6B592803-47B5-4452-AB8F-CA45E47352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F0B499-A900-4CA3-82EE-A1CE85438E58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B592803-47B5-4452-AB8F-CA45E47352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F0B499-A900-4CA3-82EE-A1CE85438E58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B592803-47B5-4452-AB8F-CA45E47352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FCF0B499-A900-4CA3-82EE-A1CE85438E58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6B592803-47B5-4452-AB8F-CA45E47352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Picture 4" descr="PN Junction Theory for Semiconductor Diodes | Electrical A2Z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447800"/>
            <a:ext cx="6629400" cy="35814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chemeClr val="accent5">
                <a:lumMod val="40000"/>
                <a:lumOff val="60000"/>
              </a:schemeClr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457200" y="60960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CIT, 1 Yr.                                                                                             CIT – 134.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676400" y="228600"/>
            <a:ext cx="601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 smtClean="0">
                <a:solidFill>
                  <a:srgbClr val="FFC000"/>
                </a:solidFill>
              </a:rPr>
              <a:t>P- N DIODE</a:t>
            </a:r>
            <a:endParaRPr lang="en-US" sz="2800" b="1" u="sng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xp11\Desktop\GIF\MM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762001"/>
            <a:ext cx="7772400" cy="487680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914400" y="62484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CIT, 1 Yr.                                                                                             CIT – 134.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PN Junction Diode - The Amazing World of Electronic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914400"/>
            <a:ext cx="7696200" cy="4800600"/>
          </a:xfrm>
          <a:prstGeom prst="rect">
            <a:avLst/>
          </a:prstGeom>
          <a:ln w="190500" cap="sq">
            <a:solidFill>
              <a:srgbClr val="FF0000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TextBox 2"/>
          <p:cNvSpPr txBox="1"/>
          <p:nvPr/>
        </p:nvSpPr>
        <p:spPr>
          <a:xfrm>
            <a:off x="609600" y="59436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CIT, 1 Yr.                                                                                             CIT – 134.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76400" y="304800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 smtClean="0">
                <a:solidFill>
                  <a:srgbClr val="FFC000"/>
                </a:solidFill>
              </a:rPr>
              <a:t>DIODE </a:t>
            </a:r>
            <a:r>
              <a:rPr lang="en-US" sz="2400" b="1" u="sng" dirty="0" smtClean="0">
                <a:solidFill>
                  <a:srgbClr val="FFC000"/>
                </a:solidFill>
              </a:rPr>
              <a:t>CHARECTERISTIC</a:t>
            </a:r>
            <a:r>
              <a:rPr lang="en-US" sz="2800" b="1" u="sng" dirty="0" smtClean="0">
                <a:solidFill>
                  <a:srgbClr val="FFC000"/>
                </a:solidFill>
              </a:rPr>
              <a:t> CURVE.</a:t>
            </a:r>
            <a:endParaRPr lang="en-US" sz="2800" b="1" u="sng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VR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762001"/>
            <a:ext cx="7696200" cy="4881562"/>
          </a:xfrm>
          <a:prstGeom prst="rect">
            <a:avLst/>
          </a:prstGeom>
          <a:ln w="88900" cap="sq" cmpd="thickThin">
            <a:solidFill>
              <a:schemeClr val="accent6">
                <a:lumMod val="40000"/>
                <a:lumOff val="6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Box 2"/>
          <p:cNvSpPr txBox="1"/>
          <p:nvPr/>
        </p:nvSpPr>
        <p:spPr>
          <a:xfrm>
            <a:off x="533400" y="6248400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CIT, 1 Yr.                                                                                             CIT – 134.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5867400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CIT, 1 Yr.                                                                                             CIT </a:t>
            </a:r>
            <a:r>
              <a:rPr lang="en-US" smtClean="0"/>
              <a:t>–134.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762000"/>
            <a:ext cx="556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ln>
                  <a:solidFill>
                    <a:srgbClr val="FFC000"/>
                  </a:solidFill>
                </a:ln>
              </a:rPr>
              <a:t>HALF WAVE  RECTIFICATION</a:t>
            </a:r>
            <a:endParaRPr lang="en-US" sz="2400" b="1" u="sng" dirty="0">
              <a:ln>
                <a:solidFill>
                  <a:srgbClr val="FFC000"/>
                </a:solidFill>
              </a:ln>
            </a:endParaRPr>
          </a:p>
        </p:txBody>
      </p:sp>
      <p:pic>
        <p:nvPicPr>
          <p:cNvPr id="7" name="Picture 6" descr="halfwave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0600" y="1828800"/>
            <a:ext cx="6934200" cy="3276600"/>
          </a:xfrm>
          <a:prstGeom prst="rect">
            <a:avLst/>
          </a:prstGeom>
          <a:ln w="190500" cap="sq">
            <a:solidFill>
              <a:srgbClr val="FF0000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ridge-Rectifier-Working-Animation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19200" y="1981200"/>
            <a:ext cx="6629400" cy="3165929"/>
          </a:xfrm>
          <a:prstGeom prst="rect">
            <a:avLst/>
          </a:prstGeom>
          <a:ln w="190500" cap="sq">
            <a:solidFill>
              <a:srgbClr val="FF0000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5" name="TextBox 4"/>
          <p:cNvSpPr txBox="1"/>
          <p:nvPr/>
        </p:nvSpPr>
        <p:spPr>
          <a:xfrm>
            <a:off x="1676400" y="990600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 smtClean="0">
                <a:ln>
                  <a:solidFill>
                    <a:srgbClr val="FFC000"/>
                  </a:solidFill>
                </a:ln>
              </a:rPr>
              <a:t>FULL WAVE RECTIFICATION</a:t>
            </a:r>
            <a:endParaRPr lang="en-US" sz="2800" b="1" u="sng" dirty="0">
              <a:ln>
                <a:solidFill>
                  <a:srgbClr val="FFC000"/>
                </a:solidFill>
              </a:ln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586740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CIT, 1 Yr.                                                                                             CIT – 134.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6324600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CIT, 1 Yr.                                                                                             CIT – 134.</a:t>
            </a:r>
            <a:endParaRPr lang="en-US" dirty="0"/>
          </a:p>
        </p:txBody>
      </p:sp>
      <p:pic>
        <p:nvPicPr>
          <p:cNvPr id="4" name="Picture 3" descr="z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946380"/>
            <a:ext cx="8458200" cy="49652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457200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/>
              <a:t>During Positive Half  Cycle</a:t>
            </a:r>
            <a:endParaRPr lang="en-US" sz="24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zz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1047263"/>
            <a:ext cx="8382000" cy="47634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533400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/>
              <a:t>During </a:t>
            </a:r>
            <a:r>
              <a:rPr lang="en-US" sz="2800" b="1" u="sng" dirty="0" smtClean="0"/>
              <a:t>Negative</a:t>
            </a:r>
            <a:r>
              <a:rPr lang="en-US" sz="2400" b="1" u="sng" dirty="0" smtClean="0"/>
              <a:t> Half  Cycle</a:t>
            </a:r>
            <a:endParaRPr lang="en-US" sz="24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60960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CIT, 1 Yr.                                                                                             CIT – 134.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Center Tapped Full Wave Rectifier Oper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Center Tapped Full Wave Rectifier Oper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Center Tapped Full Wave Rectifier Oper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2" name="Picture 8" descr="▶️ Center Tapped Full Wave Rectifier Principle - Inst Tool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219200"/>
            <a:ext cx="7086600" cy="42672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371600" y="533400"/>
            <a:ext cx="601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/>
              <a:t>Center tapped full-wave rectifier</a:t>
            </a:r>
            <a:endParaRPr lang="en-US" sz="2400" b="1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838200" y="60960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CIT, 1 Yr.                                                                                             CIT – 134.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0062" y="1009650"/>
            <a:ext cx="8143875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533400"/>
            <a:ext cx="685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 smtClean="0"/>
              <a:t>During Positive Half  Cycle</a:t>
            </a:r>
            <a:endParaRPr lang="en-US" sz="20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CIT, 1 Yr.                                                                                             CIT – 134.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x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7675" y="1066800"/>
            <a:ext cx="8248650" cy="472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0600" y="609600"/>
            <a:ext cx="723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 smtClean="0"/>
              <a:t>During </a:t>
            </a:r>
            <a:r>
              <a:rPr lang="en-US" sz="2400" b="1" u="sng" dirty="0" smtClean="0"/>
              <a:t>Negative</a:t>
            </a:r>
            <a:r>
              <a:rPr lang="en-US" sz="2000" b="1" u="sng" dirty="0" smtClean="0"/>
              <a:t> Half  Cycle</a:t>
            </a:r>
            <a:endParaRPr lang="en-US" sz="20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6172200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CIT, 1 Yr.                                                                                             CIT – 134.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ull Wave Rectifier - Circuit Fev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066800"/>
            <a:ext cx="6629400" cy="4495800"/>
          </a:xfrm>
          <a:prstGeom prst="rect">
            <a:avLst/>
          </a:prstGeom>
          <a:ln w="228600" cap="sq" cmpd="thickThin">
            <a:solidFill>
              <a:srgbClr val="FFFF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Box 2"/>
          <p:cNvSpPr txBox="1"/>
          <p:nvPr/>
        </p:nvSpPr>
        <p:spPr>
          <a:xfrm>
            <a:off x="685800" y="6248400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CIT, 1 Yr.                                                                                             CIT – 134.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56C316BA6F9449A2F726CCA3E44004" ma:contentTypeVersion="11" ma:contentTypeDescription="Create a new document." ma:contentTypeScope="" ma:versionID="67739e5a04e42ebfd497b1a68401a993">
  <xsd:schema xmlns:xsd="http://www.w3.org/2001/XMLSchema" xmlns:xs="http://www.w3.org/2001/XMLSchema" xmlns:p="http://schemas.microsoft.com/office/2006/metadata/properties" xmlns:ns2="fc7da1f0-6d58-44bd-9d93-a988c4590f59" xmlns:ns3="e5fce955-6e62-4519-9143-34cd4c0117c4" targetNamespace="http://schemas.microsoft.com/office/2006/metadata/properties" ma:root="true" ma:fieldsID="7323a62418a3d4eb240c2b8f87a128c7" ns2:_="" ns3:_="">
    <xsd:import namespace="fc7da1f0-6d58-44bd-9d93-a988c4590f59"/>
    <xsd:import namespace="e5fce955-6e62-4519-9143-34cd4c01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7da1f0-6d58-44bd-9d93-a988c4590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ecaf37-f932-4642-a22a-9023f16d92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ce955-6e62-4519-9143-34cd4c0117c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f37def0-da8e-4621-a0b3-e3a231c71cbf}" ma:internalName="TaxCatchAll" ma:showField="CatchAllData" ma:web="e5fce955-6e62-4519-9143-34cd4c0117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7da1f0-6d58-44bd-9d93-a988c4590f59">
      <Terms xmlns="http://schemas.microsoft.com/office/infopath/2007/PartnerControls"/>
    </lcf76f155ced4ddcb4097134ff3c332f>
    <TaxCatchAll xmlns="e5fce955-6e62-4519-9143-34cd4c0117c4" xsi:nil="true"/>
  </documentManagement>
</p:properties>
</file>

<file path=customXml/itemProps1.xml><?xml version="1.0" encoding="utf-8"?>
<ds:datastoreItem xmlns:ds="http://schemas.openxmlformats.org/officeDocument/2006/customXml" ds:itemID="{AA61728E-3366-4CA2-9184-31595BC87251}"/>
</file>

<file path=customXml/itemProps2.xml><?xml version="1.0" encoding="utf-8"?>
<ds:datastoreItem xmlns:ds="http://schemas.openxmlformats.org/officeDocument/2006/customXml" ds:itemID="{FB05717C-F1EF-4311-BCEF-53A20B03CE45}"/>
</file>

<file path=customXml/itemProps3.xml><?xml version="1.0" encoding="utf-8"?>
<ds:datastoreItem xmlns:ds="http://schemas.openxmlformats.org/officeDocument/2006/customXml" ds:itemID="{D709E1C9-C34D-4F72-A08F-FCCE080D292E}"/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249</TotalTime>
  <Words>141</Words>
  <Application>Microsoft Office PowerPoint</Application>
  <PresentationFormat>On-screen Show (4:3)</PresentationFormat>
  <Paragraphs>21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Foundry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xp11</dc:creator>
  <cp:lastModifiedBy>xp11</cp:lastModifiedBy>
  <cp:revision>44</cp:revision>
  <dcterms:created xsi:type="dcterms:W3CDTF">2025-01-19T06:05:29Z</dcterms:created>
  <dcterms:modified xsi:type="dcterms:W3CDTF">2025-03-03T15:44:12Z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0x010100A956C316BA6F9449A2F726CCA3E44004</vt:lpwstr>
  </property>
</Properties>
</file>