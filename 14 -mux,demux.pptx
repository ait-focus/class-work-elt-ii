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1" r:id="rId4"/>
    <p:sldId id="258" r:id="rId5"/>
    <p:sldId id="260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3F965-C164-496D-AE13-5A9050CA21F1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FA918-D93A-4400-A026-3C13178550D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hackatronic.com/difference-between-multiplexer-and-demultiplexer-with-types/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04800"/>
            <a:ext cx="7924800" cy="2246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b="1" u="sng" dirty="0" smtClean="0"/>
              <a:t>Multiplexers (MUX) and De-multiplexers (DEMUX </a:t>
            </a:r>
            <a:r>
              <a:rPr lang="en-US" sz="2800" dirty="0" smtClean="0"/>
              <a:t>Multiplexers </a:t>
            </a:r>
            <a:r>
              <a:rPr lang="en-US" sz="2800" dirty="0"/>
              <a:t>(MUX) and </a:t>
            </a:r>
            <a:r>
              <a:rPr lang="en-US" sz="2800" dirty="0" smtClean="0"/>
              <a:t>De-multiplexers </a:t>
            </a:r>
            <a:r>
              <a:rPr lang="en-US" sz="2800" dirty="0"/>
              <a:t>(DEMUX) are essential combinational logic circuits used in digital </a:t>
            </a:r>
            <a:r>
              <a:rPr lang="en-US" sz="2800" dirty="0">
                <a:hlinkClick r:id="rId2"/>
              </a:rPr>
              <a:t> electronics</a:t>
            </a:r>
            <a:r>
              <a:rPr lang="en-US" sz="2800" dirty="0"/>
              <a:t> for data transmission and communication systems. </a:t>
            </a:r>
          </a:p>
        </p:txBody>
      </p:sp>
      <p:pic>
        <p:nvPicPr>
          <p:cNvPr id="5122" name="Picture 2" descr="Differenza tra multiplexer e demultiplexer in elettronica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2667000"/>
            <a:ext cx="7467600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762001"/>
            <a:ext cx="7467600" cy="1323439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sz="2000" b="1" u="sng" dirty="0"/>
              <a:t>What is a Multiplexer (MUX)?</a:t>
            </a:r>
          </a:p>
          <a:p>
            <a:pPr fontAlgn="base"/>
            <a:r>
              <a:rPr lang="en-US" sz="2000" dirty="0"/>
              <a:t>A multiplexer (MUX) is a combinational circuit that selects one of several input signals and forwards it to a single output line. It acts as a </a:t>
            </a:r>
            <a:r>
              <a:rPr lang="en-US" sz="2000" dirty="0" smtClean="0"/>
              <a:t>data selector.</a:t>
            </a:r>
            <a:endParaRPr lang="en-US" sz="2000" dirty="0"/>
          </a:p>
        </p:txBody>
      </p:sp>
      <p:pic>
        <p:nvPicPr>
          <p:cNvPr id="4100" name="Picture 4" descr="symbol of Multiplexer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286000"/>
            <a:ext cx="662940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4 to 1 multiplexer circui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762000"/>
            <a:ext cx="5238750" cy="39433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1143001"/>
            <a:ext cx="7467600" cy="30162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fontAlgn="base"/>
            <a:r>
              <a:rPr lang="en-US" sz="2800" b="1" u="sng" dirty="0"/>
              <a:t>Types of Multiplexers</a:t>
            </a:r>
          </a:p>
          <a:p>
            <a:pPr fontAlgn="base"/>
            <a:r>
              <a:rPr lang="en-US" b="1" dirty="0"/>
              <a:t>2:1 Multiplexer</a:t>
            </a:r>
            <a:r>
              <a:rPr lang="en-US" dirty="0"/>
              <a:t> – Selects one of the two inputs based on a single select line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4:1 Multiplexer</a:t>
            </a:r>
            <a:r>
              <a:rPr lang="en-US" dirty="0"/>
              <a:t> – Selects one of four inputs with two select lines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8:1 Multiplexer</a:t>
            </a:r>
            <a:r>
              <a:rPr lang="en-US" dirty="0"/>
              <a:t> – Uses three select lines to choose one among eight </a:t>
            </a:r>
            <a:endParaRPr lang="en-US" dirty="0" smtClean="0"/>
          </a:p>
          <a:p>
            <a:pPr fontAlgn="base"/>
            <a:r>
              <a:rPr lang="en-US" dirty="0" smtClean="0"/>
              <a:t>inputs.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16:1 Multiplexer</a:t>
            </a:r>
            <a:r>
              <a:rPr lang="en-US" dirty="0"/>
              <a:t> – Uses four select lines to select one of sixteen inputs</a:t>
            </a:r>
            <a:r>
              <a:rPr lang="en-US" dirty="0" smtClean="0"/>
              <a:t>.</a:t>
            </a:r>
          </a:p>
          <a:p>
            <a:pPr fontAlgn="base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ymbol of demultiplexer 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352800"/>
            <a:ext cx="5410200" cy="1905000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609600" y="914400"/>
            <a:ext cx="7924800" cy="1938992"/>
          </a:xfrm>
          <a:prstGeom prst="rect">
            <a:avLst/>
          </a:prstGeom>
          <a:solidFill>
            <a:srgbClr val="7030A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 smtClean="0"/>
              <a:t>De-multiplexer </a:t>
            </a:r>
            <a:endParaRPr lang="en-US" sz="3600" b="1" u="sng" dirty="0" smtClean="0"/>
          </a:p>
          <a:p>
            <a:r>
              <a:rPr lang="en-US" sz="2800" dirty="0" smtClean="0"/>
              <a:t>De-multiplexer </a:t>
            </a:r>
            <a:r>
              <a:rPr lang="en-US" sz="2800" dirty="0" smtClean="0"/>
              <a:t>basically reverses the operation of a multiplexer. It switches a single input to several outputs.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1 to 4 demultiplexer circui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685800"/>
            <a:ext cx="5372100" cy="4581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09600"/>
            <a:ext cx="7696200" cy="52322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fontAlgn="base"/>
            <a:r>
              <a:rPr lang="en-US" sz="2800" u="sng" dirty="0" smtClean="0"/>
              <a:t>Applications of </a:t>
            </a:r>
            <a:r>
              <a:rPr lang="en-US" sz="2800" u="sng" dirty="0" smtClean="0"/>
              <a:t>Multiplexers and DE-Multiplexers</a:t>
            </a:r>
            <a:endParaRPr lang="en-US" sz="2800" u="sng" dirty="0"/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7696200" cy="1231106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2000" b="1" u="sng" dirty="0" smtClean="0"/>
              <a:t>Multiplexers</a:t>
            </a:r>
            <a:r>
              <a:rPr lang="en-US" dirty="0" smtClean="0"/>
              <a:t> find application in various fields such as telecommunications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smtClean="0"/>
              <a:t>data communication systems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smtClean="0"/>
              <a:t>analog-to-digital converters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 smtClean="0"/>
              <a:t>and memory addressing. 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57200" y="3124199"/>
            <a:ext cx="7772400" cy="1231106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lang="en-US" sz="2000" b="1" u="sng" dirty="0" smtClean="0"/>
              <a:t>De-multiplexer</a:t>
            </a:r>
            <a:r>
              <a:rPr lang="en-US" dirty="0" smtClean="0"/>
              <a:t> </a:t>
            </a:r>
            <a:r>
              <a:rPr lang="en-US" dirty="0" smtClean="0"/>
              <a:t>are used in several input and output devices </a:t>
            </a:r>
            <a:r>
              <a:rPr lang="en-US" dirty="0" smtClean="0"/>
              <a:t>for</a:t>
            </a:r>
          </a:p>
          <a:p>
            <a:r>
              <a:rPr lang="en-US" dirty="0" smtClean="0"/>
              <a:t> data routing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digital </a:t>
            </a:r>
            <a:r>
              <a:rPr lang="en-US" dirty="0" smtClean="0"/>
              <a:t>control </a:t>
            </a:r>
            <a:r>
              <a:rPr lang="en-US" dirty="0" smtClean="0"/>
              <a:t>systems</a:t>
            </a:r>
          </a:p>
          <a:p>
            <a:r>
              <a:rPr lang="en-US" dirty="0" smtClean="0"/>
              <a:t> </a:t>
            </a:r>
            <a:r>
              <a:rPr lang="en-US" dirty="0" smtClean="0"/>
              <a:t>data transmission in </a:t>
            </a:r>
            <a:r>
              <a:rPr lang="en-US" dirty="0" smtClean="0"/>
              <a:t> </a:t>
            </a:r>
            <a:r>
              <a:rPr lang="en-US" dirty="0" smtClean="0"/>
              <a:t>systems.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F693D65A-2B7D-4B40-9A71-AA87F535CE60}"/>
</file>

<file path=customXml/itemProps2.xml><?xml version="1.0" encoding="utf-8"?>
<ds:datastoreItem xmlns:ds="http://schemas.openxmlformats.org/officeDocument/2006/customXml" ds:itemID="{4FB39016-7794-495E-BB45-1122148C5C53}"/>
</file>

<file path=customXml/itemProps3.xml><?xml version="1.0" encoding="utf-8"?>
<ds:datastoreItem xmlns:ds="http://schemas.openxmlformats.org/officeDocument/2006/customXml" ds:itemID="{A829EEB3-B04D-49FC-B5C3-E4F4E6134A66}"/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111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5</cp:revision>
  <dcterms:created xsi:type="dcterms:W3CDTF">2025-12-16T14:45:44Z</dcterms:created>
  <dcterms:modified xsi:type="dcterms:W3CDTF">2025-12-16T16:23:30Z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