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72" r:id="rId4"/>
    <p:sldId id="273" r:id="rId5"/>
    <p:sldId id="265" r:id="rId6"/>
    <p:sldId id="274" r:id="rId7"/>
    <p:sldId id="266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 descr="Meaning of bismillah al rahman al rahi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2" name="Picture 4" descr="6+ Hundred Bismillah Rahman Rahim Royalty-Free Images, Stock Photos &amp;  Pictures | Shuttersto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371600"/>
            <a:ext cx="6477000" cy="381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7030A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6019800"/>
            <a:ext cx="800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828800"/>
            <a:ext cx="7239000" cy="1754326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 smtClean="0"/>
              <a:t>HALF ADDER AND FULL ADDER CIRCUIT</a:t>
            </a:r>
            <a:endParaRPr lang="en-US" sz="5400" b="1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762000"/>
            <a:ext cx="7543800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  </a:t>
            </a:r>
            <a:r>
              <a:rPr lang="en-US" sz="2800" b="1" u="sng" dirty="0" smtClean="0"/>
              <a:t>Half Adder</a:t>
            </a:r>
          </a:p>
          <a:p>
            <a:r>
              <a:rPr lang="en-US" dirty="0" smtClean="0"/>
              <a:t> half adder is a digital logic circuit that adds two single-bit binary numbers, producing a "Sum" bit and a "Carry" bit. It consists of an XOR gate for the sum and an AND gate for the carry. This circuit is limited to adding only two bits and cannot handle a carry input from a previous stage. </a:t>
            </a:r>
            <a:endParaRPr lang="en-US" dirty="0"/>
          </a:p>
        </p:txBody>
      </p:sp>
      <p:sp>
        <p:nvSpPr>
          <p:cNvPr id="19458" name="AutoShape 2" descr="Half Adder and Full Adder Explained - ALL ABOUT ELECTRON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90600" y="6324600"/>
            <a:ext cx="7543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10242" name="Picture 2" descr="https://www.circuitlab.com/circuit/76sx35/screenshot/540x405/"/>
          <p:cNvPicPr>
            <a:picLocks noChangeAspect="1" noChangeArrowheads="1"/>
          </p:cNvPicPr>
          <p:nvPr/>
        </p:nvPicPr>
        <p:blipFill>
          <a:blip r:embed="rId2" cstate="print"/>
          <a:srcRect l="2963" t="5926" r="2222" b="17037"/>
          <a:stretch>
            <a:fillRect/>
          </a:stretch>
        </p:blipFill>
        <p:spPr bwMode="auto">
          <a:xfrm>
            <a:off x="1143000" y="2590800"/>
            <a:ext cx="6858000" cy="2971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alf Adder Input Outp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57200"/>
            <a:ext cx="4762500" cy="1981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838200" y="6096000"/>
            <a:ext cx="7543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9218" name="Picture 2" descr="Truth table for half adder | Download Tab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971800"/>
            <a:ext cx="6705600" cy="2438400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248400"/>
            <a:ext cx="7772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609600"/>
            <a:ext cx="7620000" cy="169277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/>
              <a:t>Full Adder </a:t>
            </a:r>
          </a:p>
          <a:p>
            <a:r>
              <a:rPr lang="en-US" dirty="0" smtClean="0"/>
              <a:t>Full Adder is a combinational circuit that adds three inputs and produces two outputs. The first two inputs are A and B and the third input is an input carry as C-IN. The output carry is designated as C-OUT and the normal output is designated as S which is SUM.</a:t>
            </a:r>
            <a:endParaRPr lang="en-US" dirty="0"/>
          </a:p>
        </p:txBody>
      </p:sp>
      <p:sp>
        <p:nvSpPr>
          <p:cNvPr id="8194" name="AutoShape 2" descr="frame_1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666999"/>
            <a:ext cx="6858000" cy="26670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4" descr="https://theorycircuit.com/wp-content/uploads/2018/07/full-adder-circui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1" y="1143000"/>
            <a:ext cx="7924800" cy="40671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324600"/>
            <a:ext cx="7924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838198"/>
          <a:ext cx="7239000" cy="4787960"/>
        </p:xfrm>
        <a:graphic>
          <a:graphicData uri="http://schemas.openxmlformats.org/drawingml/2006/table">
            <a:tbl>
              <a:tblPr/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441812"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n-US" sz="1300" b="1" dirty="0"/>
                        <a:t>INPUT</a:t>
                      </a:r>
                    </a:p>
                  </a:txBody>
                  <a:tcPr marL="34676" marR="34676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n-US" sz="1300" b="1" dirty="0"/>
                        <a:t>OUTPUT</a:t>
                      </a:r>
                    </a:p>
                  </a:txBody>
                  <a:tcPr marL="86689" marR="86689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181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b="1" dirty="0"/>
                        <a:t>A</a:t>
                      </a:r>
                    </a:p>
                  </a:txBody>
                  <a:tcPr marL="34676" marR="34676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b="1"/>
                        <a:t>B</a:t>
                      </a:r>
                    </a:p>
                  </a:txBody>
                  <a:tcPr marL="86689" marR="86689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b="1"/>
                        <a:t>C-IN</a:t>
                      </a:r>
                    </a:p>
                  </a:txBody>
                  <a:tcPr marL="86689" marR="86689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b="1"/>
                        <a:t>Sum</a:t>
                      </a:r>
                    </a:p>
                  </a:txBody>
                  <a:tcPr marL="86689" marR="86689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b="1"/>
                        <a:t>C-OUT</a:t>
                      </a:r>
                    </a:p>
                  </a:txBody>
                  <a:tcPr marL="86689" marR="86689" marT="86689" marB="8668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0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8804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0" dirty="0"/>
                        <a:t>1</a:t>
                      </a:r>
                    </a:p>
                  </a:txBody>
                  <a:tcPr marL="86689" marR="86689" marT="121365" marB="12136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170" name="AutoShape 2" descr="frame_16"/>
          <p:cNvSpPr>
            <a:spLocks noChangeAspect="1" noChangeArrowheads="1"/>
          </p:cNvSpPr>
          <p:nvPr/>
        </p:nvSpPr>
        <p:spPr bwMode="auto">
          <a:xfrm>
            <a:off x="1371600" y="2819400"/>
            <a:ext cx="4810125" cy="21145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096000"/>
            <a:ext cx="7620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6146" name="Picture 2" descr="https://theorycircuit.com/wp-content/uploads/2018/07/full-adder-circuit-diagra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1" y="609600"/>
            <a:ext cx="8305800" cy="5105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2">
                <a:lumMod val="7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368BDE34-6538-4CCE-B561-29B4EFFBA94A}"/>
</file>

<file path=customXml/itemProps2.xml><?xml version="1.0" encoding="utf-8"?>
<ds:datastoreItem xmlns:ds="http://schemas.openxmlformats.org/officeDocument/2006/customXml" ds:itemID="{3BA96E2E-EDD9-40D4-A0E6-18B0F3090E8F}"/>
</file>

<file path=customXml/itemProps3.xml><?xml version="1.0" encoding="utf-8"?>
<ds:datastoreItem xmlns:ds="http://schemas.openxmlformats.org/officeDocument/2006/customXml" ds:itemID="{C14A6DFB-4FAE-4073-A25B-F09CBD4EA193}"/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133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13</cp:revision>
  <dcterms:created xsi:type="dcterms:W3CDTF">2025-11-25T10:20:57Z</dcterms:created>
  <dcterms:modified xsi:type="dcterms:W3CDTF">2025-11-27T14:22:12Z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