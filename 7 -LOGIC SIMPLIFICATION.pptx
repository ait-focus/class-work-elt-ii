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7" r:id="rId4"/>
    <p:sldId id="266" r:id="rId5"/>
    <p:sldId id="267" r:id="rId6"/>
    <p:sldId id="258" r:id="rId7"/>
    <p:sldId id="260" r:id="rId8"/>
    <p:sldId id="261" r:id="rId9"/>
    <p:sldId id="262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B6B7A-BE70-497C-9766-17692499776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E26B2-DF8C-4295-AEEB-E8FBCBAC1E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smillah Arabic Calligraphy Vector Art, Icons, and Graphics for Free  Downloa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066800"/>
            <a:ext cx="7239000" cy="4191000"/>
          </a:xfrm>
          <a:prstGeom prst="rect">
            <a:avLst/>
          </a:prstGeom>
          <a:ln w="190500" cap="sq">
            <a:solidFill>
              <a:srgbClr val="7030A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295400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 smtClean="0">
                <a:solidFill>
                  <a:schemeClr val="accent6">
                    <a:lumMod val="50000"/>
                  </a:schemeClr>
                </a:solidFill>
              </a:rPr>
              <a:t>LOGIC CIRCUIT</a:t>
            </a:r>
          </a:p>
          <a:p>
            <a:pPr algn="ctr"/>
            <a:r>
              <a:rPr lang="en-US" sz="6600" b="1" u="sng" dirty="0" smtClean="0">
                <a:solidFill>
                  <a:schemeClr val="accent6">
                    <a:lumMod val="50000"/>
                  </a:schemeClr>
                </a:solidFill>
              </a:rPr>
              <a:t> EXPRESSIONS</a:t>
            </a:r>
            <a:endParaRPr lang="en-US" sz="6600" b="1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6019800"/>
            <a:ext cx="7315200" cy="36933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 rot="10800000" flipV="1">
            <a:off x="609600" y="1088987"/>
            <a:ext cx="8001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cs typeface="Arial" pitchFamily="34" charset="0"/>
              </a:rPr>
              <a:t>A</a:t>
            </a:r>
            <a:r>
              <a:rPr kumimoji="0" lang="en-US" sz="2000" b="1" i="0" u="sng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/>
                <a:cs typeface="Arial" pitchFamily="34" charset="0"/>
              </a:rPr>
              <a:t>ll three of these logic circuit representations are shown below.</a:t>
            </a:r>
            <a:endParaRPr kumimoji="0" lang="en-US" sz="2000" b="1" i="0" u="sng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sng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/>
                <a:cs typeface="Arial" pitchFamily="34" charset="0"/>
              </a:rPr>
              <a:t>  </a:t>
            </a:r>
            <a:endParaRPr kumimoji="0" lang="en-US" sz="2000" b="1" i="0" u="sng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AutoShape 2" descr="combinational logic"/>
          <p:cNvSpPr>
            <a:spLocks noChangeAspect="1" noChangeArrowheads="1"/>
          </p:cNvSpPr>
          <p:nvPr/>
        </p:nvSpPr>
        <p:spPr bwMode="auto">
          <a:xfrm>
            <a:off x="138113" y="38100"/>
            <a:ext cx="4257675" cy="2676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7620000" cy="35052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990600" y="6248400"/>
            <a:ext cx="74676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609600" y="214981"/>
            <a:ext cx="73914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 </a:t>
            </a: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expression “B(A + C)” </a:t>
            </a:r>
            <a:endParaRPr kumimoji="0" lang="en-US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 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  </a:t>
            </a:r>
            <a:endParaRPr kumimoji="0" lang="en-US" sz="9000" b="0" i="0" u="none" strike="noStrike" cap="none" normalizeH="0" baseline="0" dirty="0" smtClean="0">
              <a:ln>
                <a:noFill/>
              </a:ln>
              <a:solidFill>
                <a:srgbClr val="233343"/>
              </a:solidFill>
              <a:effectLst/>
              <a:latin typeface="-apple-system"/>
              <a:cs typeface="Arial" pitchFamily="34" charset="0"/>
            </a:endParaRPr>
          </a:p>
        </p:txBody>
      </p:sp>
      <p:pic>
        <p:nvPicPr>
          <p:cNvPr id="15362" name="Picture 2" descr="Evaluating the expression “B(A + C)” is to multiply AND gat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219200"/>
            <a:ext cx="6096000" cy="3733800"/>
          </a:xfrm>
          <a:prstGeom prst="rect">
            <a:avLst/>
          </a:prstGeom>
          <a:ln w="190500" cap="sq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/>
          <p:cNvSpPr txBox="1"/>
          <p:nvPr/>
        </p:nvSpPr>
        <p:spPr>
          <a:xfrm>
            <a:off x="1447800" y="6324600"/>
            <a:ext cx="64770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ombinational Logic Circuits : Functions and Classifi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219200"/>
            <a:ext cx="6324600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457200" y="343532"/>
            <a:ext cx="7924800" cy="1123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Q  =  AB + BC(B + C)</a:t>
            </a: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 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 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 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6386" name="Picture 2" descr="The output (“Q”) is seen to be equal to the expression AB + BC(B + C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752600"/>
            <a:ext cx="6696075" cy="3648075"/>
          </a:xfrm>
          <a:prstGeom prst="rect">
            <a:avLst/>
          </a:prstGeom>
          <a:ln w="228600" cap="sq" cmpd="thickThin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/>
          <p:cNvSpPr txBox="1"/>
          <p:nvPr/>
        </p:nvSpPr>
        <p:spPr>
          <a:xfrm>
            <a:off x="1143000" y="6248400"/>
            <a:ext cx="69342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sop and p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838200"/>
            <a:ext cx="6096000" cy="3352800"/>
          </a:xfrm>
          <a:prstGeom prst="rect">
            <a:avLst/>
          </a:prstGeom>
          <a:ln w="190500" cap="sq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371600" y="6096000"/>
            <a:ext cx="63246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sop and p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14400"/>
            <a:ext cx="6934200" cy="4038601"/>
          </a:xfrm>
          <a:prstGeom prst="rect">
            <a:avLst/>
          </a:prstGeom>
          <a:ln w="190500" cap="sq">
            <a:solidFill>
              <a:srgbClr val="FF00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143000" y="6019800"/>
            <a:ext cx="70104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sop and p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914400"/>
            <a:ext cx="6553200" cy="4191000"/>
          </a:xfrm>
          <a:prstGeom prst="rect">
            <a:avLst/>
          </a:prstGeom>
          <a:ln w="190500" cap="sq">
            <a:solidFill>
              <a:srgbClr val="FFFF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295400" y="5943600"/>
            <a:ext cx="6553200" cy="3810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ombinational Circuit - Electronics Are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90600"/>
            <a:ext cx="6705600" cy="3962400"/>
          </a:xfrm>
          <a:prstGeom prst="rect">
            <a:avLst/>
          </a:prstGeom>
          <a:ln w="19050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066800" y="5791200"/>
            <a:ext cx="6934200" cy="36933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2</a:t>
            </a:r>
            <a:r>
              <a:rPr lang="en-US" baseline="30000" dirty="0" smtClean="0"/>
              <a:t>nd</a:t>
            </a:r>
            <a:r>
              <a:rPr lang="en-US" dirty="0" smtClean="0"/>
              <a:t> Year- A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ACC68930-2397-481D-8DB8-576790578DE2}"/>
</file>

<file path=customXml/itemProps2.xml><?xml version="1.0" encoding="utf-8"?>
<ds:datastoreItem xmlns:ds="http://schemas.openxmlformats.org/officeDocument/2006/customXml" ds:itemID="{63475EAA-FEF6-4A78-A4C6-98D7ED782F77}"/>
</file>

<file path=customXml/itemProps3.xml><?xml version="1.0" encoding="utf-8"?>
<ds:datastoreItem xmlns:ds="http://schemas.openxmlformats.org/officeDocument/2006/customXml" ds:itemID="{B71F1B82-D243-4A27-9F3D-E5B8B253311F}"/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64</Words>
  <Application>Microsoft Office PowerPoint</Application>
  <PresentationFormat>On-screen Show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2</cp:revision>
  <dcterms:created xsi:type="dcterms:W3CDTF">2025-12-04T15:58:50Z</dcterms:created>
  <dcterms:modified xsi:type="dcterms:W3CDTF">2025-12-04T17:01:34Z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