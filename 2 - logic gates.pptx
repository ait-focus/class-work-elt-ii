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57" r:id="rId4"/>
    <p:sldId id="265" r:id="rId5"/>
    <p:sldId id="266" r:id="rId6"/>
    <p:sldId id="271" r:id="rId7"/>
    <p:sldId id="270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06B51-066F-421D-B496-86556AB620FE}" type="datetimeFigureOut">
              <a:rPr lang="en-US" smtClean="0"/>
              <a:pPr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XNOR+(Exclusive+NOR)&amp;sca_esv=ef6e102d6c74609c&amp;ei=MBInaaChOIalkdUPgbTBwQo&amp;oq=logic+gatesand&amp;gs_lp=Egxnd3Mtd2l6LXNlcnAiDmxvZ2ljIGdhdGVzYW5kKgIIADIHEAAYgAQYDTIHEAAYgAQYDTIHEAAYgAQYDTIHEAAYgAQYDTIHEAAYgAQYDTIHEAAYgAQYDTIHEAAYgAQYDTIHEAAYgAQYDTIHEAAYgAQYDTIHEAAYgAQYDUjCOFCxD1i2GHABeAGQAQCYAegBoAGMBaoBAzItM7gBAcgBAPgBAZgCBKAC3gXCAgoQABiwAxjWBBhHwgINEAAYgAQYsAMYQxiKBcICDRAAGIAEGLEDGEMYigXCAgoQABiABBhDGIoFwgIJEAAYgAQYChgLwgIKEAAYgAQYsQMYDZgDAIgGAZAGCpIHBTEuMC4zoAfSE7IHAzItM7gHzAXCBwMzLTTIB0A&amp;sclient=gws-wiz-serp&amp;ved=2ahUKEwjYt_zvhpCRAxXrUaQEHUktJ94QgK4QegYIAQgAEBo" TargetMode="External"/><Relationship Id="rId3" Type="http://schemas.openxmlformats.org/officeDocument/2006/relationships/hyperlink" Target="https://www.google.com/search?q=OR&amp;sca_esv=ef6e102d6c74609c&amp;ei=MBInaaChOIalkdUPgbTBwQo&amp;oq=logic+gatesand&amp;gs_lp=Egxnd3Mtd2l6LXNlcnAiDmxvZ2ljIGdhdGVzYW5kKgIIADIHEAAYgAQYDTIHEAAYgAQYDTIHEAAYgAQYDTIHEAAYgAQYDTIHEAAYgAQYDTIHEAAYgAQYDTIHEAAYgAQYDTIHEAAYgAQYDTIHEAAYgAQYDTIHEAAYgAQYDUjCOFCxD1i2GHABeAGQAQCYAegBoAGMBaoBAzItM7gBAcgBAPgBAZgCBKAC3gXCAgoQABiwAxjWBBhHwgINEAAYgAQYsAMYQxiKBcICDRAAGIAEGLEDGEMYigXCAgoQABiABBhDGIoFwgIJEAAYgAQYChgLwgIKEAAYgAQYsQMYDZgDAIgGAZAGCpIHBTEuMC4zoAfSE7IHAzItM7gHzAXCBwMzLTTIB0A&amp;sclient=gws-wiz-serp&amp;ved=2ahUKEwjYt_zvhpCRAxXrUaQEHUktJ94QgK4QegYIAQgAEBA" TargetMode="External"/><Relationship Id="rId7" Type="http://schemas.openxmlformats.org/officeDocument/2006/relationships/hyperlink" Target="https://www.google.com/search?q=XOR+(Exclusive+OR)&amp;sca_esv=ef6e102d6c74609c&amp;ei=MBInaaChOIalkdUPgbTBwQo&amp;oq=logic+gatesand&amp;gs_lp=Egxnd3Mtd2l6LXNlcnAiDmxvZ2ljIGdhdGVzYW5kKgIIADIHEAAYgAQYDTIHEAAYgAQYDTIHEAAYgAQYDTIHEAAYgAQYDTIHEAAYgAQYDTIHEAAYgAQYDTIHEAAYgAQYDTIHEAAYgAQYDTIHEAAYgAQYDTIHEAAYgAQYDUjCOFCxD1i2GHABeAGQAQCYAegBoAGMBaoBAzItM7gBAcgBAPgBAZgCBKAC3gXCAgoQABiwAxjWBBhHwgINEAAYgAQYsAMYQxiKBcICDRAAGIAEGLEDGEMYigXCAgoQABiABBhDGIoFwgIJEAAYgAQYChgLwgIKEAAYgAQYsQMYDZgDAIgGAZAGCpIHBTEuMC4zoAfSE7IHAzItM7gHzAXCBwMzLTTIB0A&amp;sclient=gws-wiz-serp&amp;ved=2ahUKEwjYt_zvhpCRAxXrUaQEHUktJ94QgK4QegYIAQgAEBg" TargetMode="External"/><Relationship Id="rId2" Type="http://schemas.openxmlformats.org/officeDocument/2006/relationships/hyperlink" Target="https://www.google.com/search?q=AND&amp;sca_esv=ef6e102d6c74609c&amp;ei=MBInaaChOIalkdUPgbTBwQo&amp;oq=logic+gatesand&amp;gs_lp=Egxnd3Mtd2l6LXNlcnAiDmxvZ2ljIGdhdGVzYW5kKgIIADIHEAAYgAQYDTIHEAAYgAQYDTIHEAAYgAQYDTIHEAAYgAQYDTIHEAAYgAQYDTIHEAAYgAQYDTIHEAAYgAQYDTIHEAAYgAQYDTIHEAAYgAQYDTIHEAAYgAQYDUjCOFCxD1i2GHABeAGQAQCYAegBoAGMBaoBAzItM7gBAcgBAPgBAZgCBKAC3gXCAgoQABiwAxjWBBhHwgINEAAYgAQYsAMYQxiKBcICDRAAGIAEGLEDGEMYigXCAgoQABiABBhDGIoFwgIJEAAYgAQYChgLwgIKEAAYgAQYsQMYDZgDAIgGAZAGCpIHBTEuMC4zoAfSE7IHAzItM7gHzAXCBwMzLTTIB0A&amp;sclient=gws-wiz-serp&amp;ved=2ahUKEwjYt_zvhpCRAxXrUaQEHUktJ94QgK4QegYIAQgAEA4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oogle.com/search?q=NOR&amp;sca_esv=ef6e102d6c74609c&amp;ei=MBInaaChOIalkdUPgbTBwQo&amp;oq=logic+gatesand&amp;gs_lp=Egxnd3Mtd2l6LXNlcnAiDmxvZ2ljIGdhdGVzYW5kKgIIADIHEAAYgAQYDTIHEAAYgAQYDTIHEAAYgAQYDTIHEAAYgAQYDTIHEAAYgAQYDTIHEAAYgAQYDTIHEAAYgAQYDTIHEAAYgAQYDTIHEAAYgAQYDTIHEAAYgAQYDUjCOFCxD1i2GHABeAGQAQCYAegBoAGMBaoBAzItM7gBAcgBAPgBAZgCBKAC3gXCAgoQABiwAxjWBBhHwgINEAAYgAQYsAMYQxiKBcICDRAAGIAEGLEDGEMYigXCAgoQABiABBhDGIoFwgIJEAAYgAQYChgLwgIKEAAYgAQYsQMYDZgDAIgGAZAGCpIHBTEuMC4zoAfSE7IHAzItM7gHzAXCBwMzLTTIB0A&amp;sclient=gws-wiz-serp&amp;ved=2ahUKEwjYt_zvhpCRAxXrUaQEHUktJ94QgK4QegYIAQgAEBY" TargetMode="External"/><Relationship Id="rId5" Type="http://schemas.openxmlformats.org/officeDocument/2006/relationships/hyperlink" Target="https://www.google.com/search?q=NAND&amp;sca_esv=ef6e102d6c74609c&amp;ei=MBInaaChOIalkdUPgbTBwQo&amp;oq=logic+gatesand&amp;gs_lp=Egxnd3Mtd2l6LXNlcnAiDmxvZ2ljIGdhdGVzYW5kKgIIADIHEAAYgAQYDTIHEAAYgAQYDTIHEAAYgAQYDTIHEAAYgAQYDTIHEAAYgAQYDTIHEAAYgAQYDTIHEAAYgAQYDTIHEAAYgAQYDTIHEAAYgAQYDTIHEAAYgAQYDUjCOFCxD1i2GHABeAGQAQCYAegBoAGMBaoBAzItM7gBAcgBAPgBAZgCBKAC3gXCAgoQABiwAxjWBBhHwgINEAAYgAQYsAMYQxiKBcICDRAAGIAEGLEDGEMYigXCAgoQABiABBhDGIoFwgIJEAAYgAQYChgLwgIKEAAYgAQYsQMYDZgDAIgGAZAGCpIHBTEuMC4zoAfSE7IHAzItM7gHzAXCBwMzLTTIB0A&amp;sclient=gws-wiz-serp&amp;ved=2ahUKEwjYt_zvhpCRAxXrUaQEHUktJ94QgK4QegYIAQgAEBQ" TargetMode="External"/><Relationship Id="rId4" Type="http://schemas.openxmlformats.org/officeDocument/2006/relationships/hyperlink" Target="https://www.google.com/search?q=NOT&amp;sca_esv=ef6e102d6c74609c&amp;ei=MBInaaChOIalkdUPgbTBwQo&amp;oq=logic+gatesand&amp;gs_lp=Egxnd3Mtd2l6LXNlcnAiDmxvZ2ljIGdhdGVzYW5kKgIIADIHEAAYgAQYDTIHEAAYgAQYDTIHEAAYgAQYDTIHEAAYgAQYDTIHEAAYgAQYDTIHEAAYgAQYDTIHEAAYgAQYDTIHEAAYgAQYDTIHEAAYgAQYDTIHEAAYgAQYDUjCOFCxD1i2GHABeAGQAQCYAegBoAGMBaoBAzItM7gBAcgBAPgBAZgCBKAC3gXCAgoQABiwAxjWBBhHwgINEAAYgAQYsAMYQxiKBcICDRAAGIAEGLEDGEMYigXCAgoQABiABBhDGIoFwgIJEAAYgAQYChgLwgIKEAAYgAQYsQMYDZgDAIgGAZAGCpIHBTEuMC4zoAfSE7IHAzItM7gHzAXCBwMzLTTIB0A&amp;sclient=gws-wiz-serp&amp;ved=2ahUKEwjYt_zvhpCRAxXrUaQEHUktJ94QgK4QegYIAQgAEB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This may contain: an arabic calligraphy is shown on a metal background with the words bismillalaria mana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219200"/>
            <a:ext cx="6858000" cy="3581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1905000"/>
            <a:ext cx="6553200" cy="1938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 smtClean="0"/>
              <a:t>LOGIC GATES</a:t>
            </a:r>
          </a:p>
          <a:p>
            <a:pPr algn="ctr"/>
            <a:r>
              <a:rPr lang="en-US" sz="4000" b="1" u="sng" dirty="0" smtClean="0"/>
              <a:t> AND </a:t>
            </a:r>
          </a:p>
          <a:p>
            <a:pPr algn="ctr"/>
            <a:r>
              <a:rPr lang="en-US" sz="4000" b="1" u="sng" dirty="0" smtClean="0"/>
              <a:t>TRUTH TABLE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6019800"/>
            <a:ext cx="80010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ypes of Digital Logic Gates - Boolean Logic Truth Tables"/>
          <p:cNvPicPr>
            <a:picLocks noChangeAspect="1" noChangeArrowheads="1"/>
          </p:cNvPicPr>
          <p:nvPr/>
        </p:nvPicPr>
        <p:blipFill>
          <a:blip r:embed="rId2" cstate="print"/>
          <a:srcRect r="444" b="3175"/>
          <a:stretch>
            <a:fillRect/>
          </a:stretch>
        </p:blipFill>
        <p:spPr bwMode="auto">
          <a:xfrm>
            <a:off x="838200" y="1143000"/>
            <a:ext cx="7467600" cy="4343400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609600" y="6096000"/>
            <a:ext cx="81534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logic gates symbols, symbols of logic gates, Logic Gates, AND Gate, OR GATE,NOR Gate, NOT, GATE, Proteus implementation of gates."/>
          <p:cNvPicPr>
            <a:picLocks noChangeAspect="1" noChangeArrowheads="1"/>
          </p:cNvPicPr>
          <p:nvPr/>
        </p:nvPicPr>
        <p:blipFill>
          <a:blip r:embed="rId2" cstate="print"/>
          <a:srcRect t="13029" r="27687" b="47284"/>
          <a:stretch>
            <a:fillRect/>
          </a:stretch>
        </p:blipFill>
        <p:spPr bwMode="auto">
          <a:xfrm>
            <a:off x="838200" y="457200"/>
            <a:ext cx="7620000" cy="4953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685800" y="6248400"/>
            <a:ext cx="77724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ic gates symbols, symbols of logic gates, Logic Gates, AND Gate, OR GATE,NOR Gate, NOT, GATE, Proteus implementation of gates."/>
          <p:cNvPicPr>
            <a:picLocks noChangeAspect="1" noChangeArrowheads="1"/>
          </p:cNvPicPr>
          <p:nvPr/>
        </p:nvPicPr>
        <p:blipFill>
          <a:blip r:embed="rId2" cstate="print"/>
          <a:srcRect t="49609" r="1654" b="7143"/>
          <a:stretch>
            <a:fillRect/>
          </a:stretch>
        </p:blipFill>
        <p:spPr bwMode="auto">
          <a:xfrm>
            <a:off x="762000" y="762000"/>
            <a:ext cx="7772400" cy="4876800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685800" y="6324600"/>
            <a:ext cx="79248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Boolean1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838200"/>
            <a:ext cx="6705600" cy="419100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685800" y="6096000"/>
            <a:ext cx="76200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Logic Gates and Truth Tables - YouTub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6172200"/>
            <a:ext cx="8229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pic>
        <p:nvPicPr>
          <p:cNvPr id="1032" name="Picture 8" descr="Boolean0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685800"/>
            <a:ext cx="7239000" cy="3886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Different Types of Logic Gates with Truth Table, Expression - ETechnoG"/>
          <p:cNvPicPr>
            <a:picLocks noChangeAspect="1" noChangeArrowheads="1"/>
          </p:cNvPicPr>
          <p:nvPr/>
        </p:nvPicPr>
        <p:blipFill>
          <a:blip r:embed="rId2" cstate="print"/>
          <a:srcRect t="9859" r="-2062"/>
          <a:stretch>
            <a:fillRect/>
          </a:stretch>
        </p:blipFill>
        <p:spPr bwMode="auto">
          <a:xfrm>
            <a:off x="838200" y="1066800"/>
            <a:ext cx="7543800" cy="4191000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533400" y="6248400"/>
            <a:ext cx="80010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Logic Gates and Truth Tables - YouTub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6172200"/>
            <a:ext cx="8229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457200" y="614271"/>
            <a:ext cx="8229600" cy="541069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Logic gates</a:t>
            </a:r>
            <a:endParaRPr kumimoji="0" lang="en-US" sz="28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  <a:hlinkClick r:id="rId2"/>
              </a:rPr>
              <a:t>AND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output is 1 (True) only if all inputs are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  <a:hlinkClick r:id="rId3"/>
              </a:rPr>
              <a:t>OR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output is 1 (True) if at least one of the inputs is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  <a:hlinkClick r:id="rId4"/>
              </a:rPr>
              <a:t>NOT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output is the logical opposite of the single input. If the input is 1, the output is 0. If the input is 0, the output is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  <a:hlinkClick r:id="rId5"/>
              </a:rPr>
              <a:t>NAND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output is 0 only if all inputs are 1. It is the inverse of the AND gate.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  <a:hlinkClick r:id="rId6"/>
              </a:rPr>
              <a:t>NOR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output is 1 only if all inputs are 0. It is the inverse of the OR gate.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  <a:hlinkClick r:id="rId7"/>
              </a:rPr>
              <a:t>XOR (Exclusive OR)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output is 1 if the inputs are different, and 0 if they are the same.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  <a:hlinkClick r:id="rId8"/>
              </a:rPr>
              <a:t>XNOR (Exclusive NOR)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output is 1 if the inputs are the same, and 0 if they are different.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6C316BA6F9449A2F726CCA3E44004" ma:contentTypeVersion="11" ma:contentTypeDescription="Create a new document." ma:contentTypeScope="" ma:versionID="67739e5a04e42ebfd497b1a68401a993">
  <xsd:schema xmlns:xsd="http://www.w3.org/2001/XMLSchema" xmlns:xs="http://www.w3.org/2001/XMLSchema" xmlns:p="http://schemas.microsoft.com/office/2006/metadata/properties" xmlns:ns2="fc7da1f0-6d58-44bd-9d93-a988c4590f59" xmlns:ns3="e5fce955-6e62-4519-9143-34cd4c0117c4" targetNamespace="http://schemas.microsoft.com/office/2006/metadata/properties" ma:root="true" ma:fieldsID="7323a62418a3d4eb240c2b8f87a128c7" ns2:_="" ns3:_="">
    <xsd:import namespace="fc7da1f0-6d58-44bd-9d93-a988c4590f59"/>
    <xsd:import namespace="e5fce955-6e62-4519-9143-34cd4c01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7da1f0-6d58-44bd-9d93-a988c4590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ecaf37-f932-4642-a22a-9023f16d92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ce955-6e62-4519-9143-34cd4c0117c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37def0-da8e-4621-a0b3-e3a231c71cbf}" ma:internalName="TaxCatchAll" ma:showField="CatchAllData" ma:web="e5fce955-6e62-4519-9143-34cd4c0117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7da1f0-6d58-44bd-9d93-a988c4590f59">
      <Terms xmlns="http://schemas.microsoft.com/office/infopath/2007/PartnerControls"/>
    </lcf76f155ced4ddcb4097134ff3c332f>
    <TaxCatchAll xmlns="e5fce955-6e62-4519-9143-34cd4c0117c4" xsi:nil="true"/>
  </documentManagement>
</p:properties>
</file>

<file path=customXml/itemProps1.xml><?xml version="1.0" encoding="utf-8"?>
<ds:datastoreItem xmlns:ds="http://schemas.openxmlformats.org/officeDocument/2006/customXml" ds:itemID="{2B84AEB0-B682-4FED-956E-813C0A83F237}"/>
</file>

<file path=customXml/itemProps2.xml><?xml version="1.0" encoding="utf-8"?>
<ds:datastoreItem xmlns:ds="http://schemas.openxmlformats.org/officeDocument/2006/customXml" ds:itemID="{85BD635B-0B35-47CF-B084-10E45C514182}"/>
</file>

<file path=customXml/itemProps3.xml><?xml version="1.0" encoding="utf-8"?>
<ds:datastoreItem xmlns:ds="http://schemas.openxmlformats.org/officeDocument/2006/customXml" ds:itemID="{AC8A4BA4-DBDA-4C73-9B11-6B8EA8AA916A}"/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35</Words>
  <Application>Microsoft Office PowerPoint</Application>
  <PresentationFormat>On-screen Show (4:3)</PresentationFormat>
  <Paragraphs>25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xp11</dc:creator>
  <cp:lastModifiedBy>xp11</cp:lastModifiedBy>
  <cp:revision>11</cp:revision>
  <dcterms:created xsi:type="dcterms:W3CDTF">2025-11-25T10:20:57Z</dcterms:created>
  <dcterms:modified xsi:type="dcterms:W3CDTF">2025-11-27T13:38:38Z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0x010100A956C316BA6F9449A2F726CCA3E44004</vt:lpwstr>
  </property>
</Properties>
</file>